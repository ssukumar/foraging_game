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84"/>
  </p:normalViewPr>
  <p:slideViewPr>
    <p:cSldViewPr snapToGrid="0">
      <p:cViewPr varScale="1">
        <p:scale>
          <a:sx n="114" d="100"/>
          <a:sy n="114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9C4C-B527-337A-CD57-F8F73519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6F799-4632-27B5-CD99-A967E887C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E6EFF-664D-5318-115A-D143F6CA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9B19D-661D-9471-BE40-3FE764F0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7144-A6D4-BA4A-8B53-E9E94D5A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06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64015-EB13-5803-9408-E64CFE87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A946-8ED1-10DD-D696-D9D559D8C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AD1B-BE9C-7279-F6C1-6FE3CF756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94210-03EE-6E6A-FF2A-BC5E17DC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3A7CF-87F9-B665-1415-CB791ECD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4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1114-1AEE-F93E-D03F-E5AE2BA3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4AEF4-2990-DBC3-2316-85E70B0B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873D3-1E09-C823-5B42-2B3D6ABD5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60E6D-76C6-329E-37D8-5A787F0D4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6DE35-521B-D8E1-4130-1E0F2C95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4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27C0-28AB-C33E-8B50-02364EB9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9CA5-584A-F57F-55F4-2C86FCB05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0EEC0-3809-BCA7-D224-6FFB25083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7DFEE-54A9-DD07-D63E-990D8D20D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56F9E-918C-DD0C-ADC6-5EF20739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376F9-590F-9C95-6849-29DCACC5A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2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4EAC-607B-6821-0143-B428C79E1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CCC0-0477-DBFE-C1EB-60B0FFEB0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DCE26-DC0D-591D-C8CD-D4277308B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10296-6E3C-F809-D16D-239137C78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B636E9-99BD-8586-1EDF-FA3DB5665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C128E-FC6C-BECE-8199-76E5BFEB5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31832-24FB-3ED7-B384-B8579B4A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B8C96-B08A-E125-3612-C97FD1CD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4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1440-C0B8-065C-EBB8-4D01A191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99193D-25F4-4D5C-7E34-4FDA2322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84B0D-94BA-0861-59EC-D7E185B7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A8017-76D8-B4A6-CFA3-F027E5B5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42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1255FF-4DAC-A3C6-26CE-13B6DAEEA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1907C-C81A-CA90-7993-CCBB48179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9ABCF-008A-4EE5-2B00-BACDBA07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4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F562-3D6D-532E-1710-C20018D3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14E27-E256-E5D5-0CD6-ACF6710A6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4E33B-E04C-267D-91C4-AB969E6E0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70AC6-8199-EB92-8E20-733FCC07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18A20-FE37-8C2A-98EF-57CE307F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68652-EDEA-1A88-B5B4-788DC22C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55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1415-9D1B-8037-5ED7-F82EBD51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9F957-5836-DBE9-752F-36E6E4F3B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B5548-2698-7BA5-8C45-3D3679F31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3ADF7-2881-9CA4-7F2E-DA5A522F0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70E82-5389-F9B9-FF43-CA35F93DD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AA262-9FA1-EE25-7134-24A99E7D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1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5D44-0DC9-12E3-CFE7-0FFBF1310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D3D54-4F17-07EB-8A36-3727208E2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83BD5-FA02-E191-16D7-40F40A012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B3E95-4B10-36C7-4031-C542A806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A969E-35C8-E475-EA7E-DB0261EA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70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E11C91-7E8F-1768-C1F4-1C22E85F2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4DDA1-75E5-2B08-28CA-505840CF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A47D2-1FEE-017B-D9C1-EF6E0BCD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E35AF-0E55-9F95-33DD-B30A09AD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B896C-E11A-B913-7F1B-65A0B248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92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091D2-A1AF-3E1C-2251-3D2C49F3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E283E-B9B7-D28B-7D1C-18132E0B9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D9EB8-DBC3-74CB-147F-EF1749E13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46BC9-A36E-1144-8535-F0AA9F92C7F8}" type="datetimeFigureOut">
              <a:rPr lang="en-US" smtClean="0"/>
              <a:t>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82616-A604-517B-A6D3-D1CDFFA3A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2B73D-D096-7EAD-21D1-132D54D43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63D7F-AFC0-6A4D-A54D-313D90269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55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3C02-217D-0EDE-7818-62F2C8DD1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“Physical” foraging Discussion – max and </a:t>
            </a:r>
            <a:r>
              <a:rPr lang="en-US"/>
              <a:t>shruthi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63A57-2ADF-AC85-6B6A-FDF0A657A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(1/30)</a:t>
            </a:r>
          </a:p>
        </p:txBody>
      </p:sp>
    </p:spTree>
    <p:extLst>
      <p:ext uri="{BB962C8B-B14F-4D97-AF65-F5344CB8AC3E}">
        <p14:creationId xmlns:p14="http://schemas.microsoft.com/office/powerpoint/2010/main" val="110506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1406-6B31-7D77-21A1-CBC658B6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Effort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0A73F-F01A-FA90-2DEF-0F983E406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Calibration phase:</a:t>
            </a:r>
          </a:p>
          <a:p>
            <a:pPr marL="971550" lvl="1" indent="-514350">
              <a:buAutoNum type="arabicPeriod"/>
            </a:pPr>
            <a:r>
              <a:rPr lang="en-US" dirty="0"/>
              <a:t>Hit the spacebar as many times as possible in x seconds</a:t>
            </a:r>
          </a:p>
          <a:p>
            <a:pPr marL="971550" lvl="1" indent="-514350">
              <a:buAutoNum type="arabicPeriod"/>
            </a:pPr>
            <a:r>
              <a:rPr lang="en-US" dirty="0"/>
              <a:t>In a 2</a:t>
            </a:r>
            <a:r>
              <a:rPr lang="en-US" baseline="30000" dirty="0"/>
              <a:t>nd</a:t>
            </a:r>
            <a:r>
              <a:rPr lang="en-US" dirty="0"/>
              <a:t> trial, try to beat your last score. The more you beat it, the higher your reward </a:t>
            </a:r>
          </a:p>
          <a:p>
            <a:pPr marL="971550" lvl="1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Main task:</a:t>
            </a:r>
          </a:p>
          <a:p>
            <a:pPr marL="971550" lvl="1" indent="-514350">
              <a:buAutoNum type="arabicPeriod"/>
            </a:pPr>
            <a:r>
              <a:rPr lang="en-US" dirty="0"/>
              <a:t>Average effort measurement: Effort for getting apples is measured over a constant time, and it f% of the max effort rate from </a:t>
            </a:r>
            <a:r>
              <a:rPr lang="en-US" dirty="0" err="1"/>
              <a:t>calib</a:t>
            </a:r>
            <a:r>
              <a:rPr lang="en-US" dirty="0"/>
              <a:t> phase</a:t>
            </a:r>
          </a:p>
          <a:p>
            <a:pPr marL="971550" lvl="1" indent="-514350">
              <a:buAutoNum type="arabicPeriod"/>
            </a:pPr>
            <a:r>
              <a:rPr lang="en-US" dirty="0"/>
              <a:t>Effort increases for every trial spent on the same tree. </a:t>
            </a:r>
          </a:p>
        </p:txBody>
      </p:sp>
    </p:spTree>
    <p:extLst>
      <p:ext uri="{BB962C8B-B14F-4D97-AF65-F5344CB8AC3E}">
        <p14:creationId xmlns:p14="http://schemas.microsoft.com/office/powerpoint/2010/main" val="286424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DD77-4E20-B635-0617-736B4322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Qs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A6CB-BC17-7E94-A2E2-2FDBDCF5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duration to use in </a:t>
            </a:r>
            <a:r>
              <a:rPr lang="en-US" dirty="0" err="1"/>
              <a:t>calib</a:t>
            </a:r>
            <a:r>
              <a:rPr lang="en-US" dirty="0"/>
              <a:t> phase?</a:t>
            </a:r>
          </a:p>
          <a:p>
            <a:r>
              <a:rPr lang="en-US" dirty="0"/>
              <a:t>How to scale reward from the first to second trial in </a:t>
            </a:r>
            <a:r>
              <a:rPr lang="en-US" dirty="0" err="1"/>
              <a:t>calib</a:t>
            </a:r>
            <a:r>
              <a:rPr lang="en-US" dirty="0"/>
              <a:t> phase?</a:t>
            </a:r>
          </a:p>
          <a:p>
            <a:r>
              <a:rPr lang="en-US" dirty="0"/>
              <a:t>What duration to use in the main task when measuring effort? </a:t>
            </a:r>
          </a:p>
        </p:txBody>
      </p:sp>
    </p:spTree>
    <p:extLst>
      <p:ext uri="{BB962C8B-B14F-4D97-AF65-F5344CB8AC3E}">
        <p14:creationId xmlns:p14="http://schemas.microsoft.com/office/powerpoint/2010/main" val="25425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128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“Physical” foraging Discussion – max and shruthi</vt:lpstr>
      <vt:lpstr>Average Effort Rate</vt:lpstr>
      <vt:lpstr>Open Qs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Shruthi Sukumar</dc:creator>
  <cp:lastModifiedBy>Shruthi Sukumar</cp:lastModifiedBy>
  <cp:revision>1</cp:revision>
  <dcterms:created xsi:type="dcterms:W3CDTF">2025-01-30T20:03:19Z</dcterms:created>
  <dcterms:modified xsi:type="dcterms:W3CDTF">2025-01-30T20:11:08Z</dcterms:modified>
</cp:coreProperties>
</file>